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66" r:id="rId5"/>
    <p:sldId id="267" r:id="rId6"/>
    <p:sldId id="265" r:id="rId7"/>
    <p:sldId id="259" r:id="rId8"/>
    <p:sldId id="261" r:id="rId9"/>
    <p:sldId id="260" r:id="rId10"/>
    <p:sldId id="262" r:id="rId11"/>
    <p:sldId id="269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A6A09A-115B-FF60-A897-043FE061ABB9}" name="瑞樹 山村" initials="瑞山" userId="da0e94a6326514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0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6CE13-93A7-450A-84C6-179B7C5CF98B}" v="6" dt="2025-12-03T07:05:40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>
        <p:scale>
          <a:sx n="125" d="100"/>
          <a:sy n="125" d="100"/>
        </p:scale>
        <p:origin x="-994" y="-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瑞樹 山村" userId="da0e94a6326514bf" providerId="LiveId" clId="{41FF3672-E1CA-4C6E-B488-4AE87A9F9DD6}"/>
    <pc:docChg chg="undo redo custSel addSld delSld modSld sldOrd">
      <pc:chgData name="瑞樹 山村" userId="da0e94a6326514bf" providerId="LiveId" clId="{41FF3672-E1CA-4C6E-B488-4AE87A9F9DD6}" dt="2025-12-03T07:08:21.637" v="4093" actId="6549"/>
      <pc:docMkLst>
        <pc:docMk/>
      </pc:docMkLst>
      <pc:sldChg chg="modSp">
        <pc:chgData name="瑞樹 山村" userId="da0e94a6326514bf" providerId="LiveId" clId="{41FF3672-E1CA-4C6E-B488-4AE87A9F9DD6}" dt="2025-11-07T06:49:29.607" v="3547"/>
        <pc:sldMkLst>
          <pc:docMk/>
          <pc:sldMk cId="117763106" sldId="256"/>
        </pc:sldMkLst>
        <pc:spChg chg="mod">
          <ac:chgData name="瑞樹 山村" userId="da0e94a6326514bf" providerId="LiveId" clId="{41FF3672-E1CA-4C6E-B488-4AE87A9F9DD6}" dt="2025-11-07T06:49:29.607" v="3547"/>
          <ac:spMkLst>
            <pc:docMk/>
            <pc:sldMk cId="117763106" sldId="256"/>
            <ac:spMk id="6" creationId="{3EA2C496-5B90-9D2F-944D-559FDF7E3D6F}"/>
          </ac:spMkLst>
        </pc:spChg>
      </pc:sldChg>
      <pc:sldChg chg="modSp mod">
        <pc:chgData name="瑞樹 山村" userId="da0e94a6326514bf" providerId="LiveId" clId="{41FF3672-E1CA-4C6E-B488-4AE87A9F9DD6}" dt="2025-11-11T07:37:40.627" v="3915" actId="12789"/>
        <pc:sldMkLst>
          <pc:docMk/>
          <pc:sldMk cId="2657772767" sldId="260"/>
        </pc:sldMkLst>
        <pc:graphicFrameChg chg="mod modGraphic">
          <ac:chgData name="瑞樹 山村" userId="da0e94a6326514bf" providerId="LiveId" clId="{41FF3672-E1CA-4C6E-B488-4AE87A9F9DD6}" dt="2025-11-11T07:37:40.627" v="3915" actId="12789"/>
          <ac:graphicFrameMkLst>
            <pc:docMk/>
            <pc:sldMk cId="2657772767" sldId="260"/>
            <ac:graphicFrameMk id="58" creationId="{9E578E26-5473-5B15-8DD2-EF09B8A19E0A}"/>
          </ac:graphicFrameMkLst>
        </pc:graphicFrameChg>
        <pc:picChg chg="mod">
          <ac:chgData name="瑞樹 山村" userId="da0e94a6326514bf" providerId="LiveId" clId="{41FF3672-E1CA-4C6E-B488-4AE87A9F9DD6}" dt="2025-11-07T04:54:19.480" v="1679" actId="1076"/>
          <ac:picMkLst>
            <pc:docMk/>
            <pc:sldMk cId="2657772767" sldId="260"/>
            <ac:picMk id="3" creationId="{6908FFEC-7A24-BD43-80C5-421A906A7FA0}"/>
          </ac:picMkLst>
        </pc:picChg>
      </pc:sldChg>
      <pc:sldChg chg="ord">
        <pc:chgData name="瑞樹 山村" userId="da0e94a6326514bf" providerId="LiveId" clId="{41FF3672-E1CA-4C6E-B488-4AE87A9F9DD6}" dt="2025-11-07T05:31:08.578" v="1954"/>
        <pc:sldMkLst>
          <pc:docMk/>
          <pc:sldMk cId="3653393378" sldId="262"/>
        </pc:sldMkLst>
      </pc:sldChg>
      <pc:sldChg chg="addSp delSp modSp add mod modClrScheme chgLayout">
        <pc:chgData name="瑞樹 山村" userId="da0e94a6326514bf" providerId="LiveId" clId="{41FF3672-E1CA-4C6E-B488-4AE87A9F9DD6}" dt="2025-11-07T06:53:41.820" v="3799" actId="2710"/>
        <pc:sldMkLst>
          <pc:docMk/>
          <pc:sldMk cId="3715668444" sldId="265"/>
        </pc:sldMkLst>
        <pc:spChg chg="mod">
          <ac:chgData name="瑞樹 山村" userId="da0e94a6326514bf" providerId="LiveId" clId="{41FF3672-E1CA-4C6E-B488-4AE87A9F9DD6}" dt="2025-11-07T06:43:31.373" v="3495"/>
          <ac:spMkLst>
            <pc:docMk/>
            <pc:sldMk cId="3715668444" sldId="265"/>
            <ac:spMk id="2" creationId="{7EEDEC1F-31FF-60DE-4076-DEB2E8B5CABE}"/>
          </ac:spMkLst>
        </pc:spChg>
        <pc:spChg chg="mod ord">
          <ac:chgData name="瑞樹 山村" userId="da0e94a6326514bf" providerId="LiveId" clId="{41FF3672-E1CA-4C6E-B488-4AE87A9F9DD6}" dt="2025-11-07T06:27:41.825" v="3141" actId="700"/>
          <ac:spMkLst>
            <pc:docMk/>
            <pc:sldMk cId="3715668444" sldId="265"/>
            <ac:spMk id="3" creationId="{0E6D87A3-9229-6E68-BEB7-115B839F3EEA}"/>
          </ac:spMkLst>
        </pc:spChg>
        <pc:spChg chg="add mod">
          <ac:chgData name="瑞樹 山村" userId="da0e94a6326514bf" providerId="LiveId" clId="{41FF3672-E1CA-4C6E-B488-4AE87A9F9DD6}" dt="2025-11-07T06:39:51.992" v="3382" actId="1076"/>
          <ac:spMkLst>
            <pc:docMk/>
            <pc:sldMk cId="3715668444" sldId="265"/>
            <ac:spMk id="4" creationId="{2A34BEF8-6D15-85B1-7062-B5CE17BF8551}"/>
          </ac:spMkLst>
        </pc:spChg>
        <pc:spChg chg="mod">
          <ac:chgData name="瑞樹 山村" userId="da0e94a6326514bf" providerId="LiveId" clId="{41FF3672-E1CA-4C6E-B488-4AE87A9F9DD6}" dt="2025-11-07T06:44:03.066" v="3496"/>
          <ac:spMkLst>
            <pc:docMk/>
            <pc:sldMk cId="3715668444" sldId="265"/>
            <ac:spMk id="6" creationId="{BD07BE8F-0B98-B3F5-2287-147F37979012}"/>
          </ac:spMkLst>
        </pc:spChg>
        <pc:spChg chg="add mod ord">
          <ac:chgData name="瑞樹 山村" userId="da0e94a6326514bf" providerId="LiveId" clId="{41FF3672-E1CA-4C6E-B488-4AE87A9F9DD6}" dt="2025-11-07T06:53:41.820" v="3799" actId="2710"/>
          <ac:spMkLst>
            <pc:docMk/>
            <pc:sldMk cId="3715668444" sldId="265"/>
            <ac:spMk id="8" creationId="{5FFF6230-46A1-EA2D-B248-B0088C29A51E}"/>
          </ac:spMkLst>
        </pc:spChg>
        <pc:spChg chg="add mod">
          <ac:chgData name="瑞樹 山村" userId="da0e94a6326514bf" providerId="LiveId" clId="{41FF3672-E1CA-4C6E-B488-4AE87A9F9DD6}" dt="2025-11-07T06:42:29.502" v="3439"/>
          <ac:spMkLst>
            <pc:docMk/>
            <pc:sldMk cId="3715668444" sldId="265"/>
            <ac:spMk id="42" creationId="{76661115-6AFF-D727-54EB-01594B288220}"/>
          </ac:spMkLst>
        </pc:spChg>
        <pc:spChg chg="add mod">
          <ac:chgData name="瑞樹 山村" userId="da0e94a6326514bf" providerId="LiveId" clId="{41FF3672-E1CA-4C6E-B488-4AE87A9F9DD6}" dt="2025-11-07T06:42:38.670" v="3457"/>
          <ac:spMkLst>
            <pc:docMk/>
            <pc:sldMk cId="3715668444" sldId="265"/>
            <ac:spMk id="43" creationId="{4AF89E34-28F3-F4DA-7A52-C6743D903116}"/>
          </ac:spMkLst>
        </pc:spChg>
        <pc:picChg chg="add mod ord">
          <ac:chgData name="瑞樹 山村" userId="da0e94a6326514bf" providerId="LiveId" clId="{41FF3672-E1CA-4C6E-B488-4AE87A9F9DD6}" dt="2025-11-07T06:31:18.660" v="3193" actId="1076"/>
          <ac:picMkLst>
            <pc:docMk/>
            <pc:sldMk cId="3715668444" sldId="265"/>
            <ac:picMk id="7" creationId="{7134EC6D-B9B1-2A1F-9118-DB27A6FE5A49}"/>
          </ac:picMkLst>
        </pc:picChg>
        <pc:cxnChg chg="add mod">
          <ac:chgData name="瑞樹 山村" userId="da0e94a6326514bf" providerId="LiveId" clId="{41FF3672-E1CA-4C6E-B488-4AE87A9F9DD6}" dt="2025-11-07T06:36:45.222" v="3309" actId="1076"/>
          <ac:cxnSpMkLst>
            <pc:docMk/>
            <pc:sldMk cId="3715668444" sldId="265"/>
            <ac:cxnSpMk id="26" creationId="{FCE928D4-5DA4-774E-652E-151EFEF21273}"/>
          </ac:cxnSpMkLst>
        </pc:cxnChg>
        <pc:cxnChg chg="add mod">
          <ac:chgData name="瑞樹 山村" userId="da0e94a6326514bf" providerId="LiveId" clId="{41FF3672-E1CA-4C6E-B488-4AE87A9F9DD6}" dt="2025-11-07T06:33:47.345" v="3249" actId="14100"/>
          <ac:cxnSpMkLst>
            <pc:docMk/>
            <pc:sldMk cId="3715668444" sldId="265"/>
            <ac:cxnSpMk id="30" creationId="{C0E01526-F708-C000-25D6-6E3995F39373}"/>
          </ac:cxnSpMkLst>
        </pc:cxnChg>
        <pc:cxnChg chg="add mod">
          <ac:chgData name="瑞樹 山村" userId="da0e94a6326514bf" providerId="LiveId" clId="{41FF3672-E1CA-4C6E-B488-4AE87A9F9DD6}" dt="2025-11-07T06:39:19.823" v="3377" actId="14100"/>
          <ac:cxnSpMkLst>
            <pc:docMk/>
            <pc:sldMk cId="3715668444" sldId="265"/>
            <ac:cxnSpMk id="35" creationId="{F752FB7C-C449-CE67-4996-7B2B38CE4AF3}"/>
          </ac:cxnSpMkLst>
        </pc:cxnChg>
        <pc:cxnChg chg="add mod">
          <ac:chgData name="瑞樹 山村" userId="da0e94a6326514bf" providerId="LiveId" clId="{41FF3672-E1CA-4C6E-B488-4AE87A9F9DD6}" dt="2025-11-07T06:38:19.101" v="3362" actId="1076"/>
          <ac:cxnSpMkLst>
            <pc:docMk/>
            <pc:sldMk cId="3715668444" sldId="265"/>
            <ac:cxnSpMk id="38" creationId="{F06D2640-4E93-91B5-D65F-4753CF08778D}"/>
          </ac:cxnSpMkLst>
        </pc:cxnChg>
        <pc:cxnChg chg="add mod">
          <ac:chgData name="瑞樹 山村" userId="da0e94a6326514bf" providerId="LiveId" clId="{41FF3672-E1CA-4C6E-B488-4AE87A9F9DD6}" dt="2025-11-07T06:40:22.040" v="3387" actId="14100"/>
          <ac:cxnSpMkLst>
            <pc:docMk/>
            <pc:sldMk cId="3715668444" sldId="265"/>
            <ac:cxnSpMk id="39" creationId="{F8AC9EF2-FE42-CA67-4A76-E119C2ECA843}"/>
          </ac:cxnSpMkLst>
        </pc:cxnChg>
      </pc:sldChg>
      <pc:sldChg chg="delSp modSp add mod">
        <pc:chgData name="瑞樹 山村" userId="da0e94a6326514bf" providerId="LiveId" clId="{41FF3672-E1CA-4C6E-B488-4AE87A9F9DD6}" dt="2025-11-07T06:49:42.720" v="3548"/>
        <pc:sldMkLst>
          <pc:docMk/>
          <pc:sldMk cId="508196371" sldId="266"/>
        </pc:sldMkLst>
        <pc:spChg chg="mod">
          <ac:chgData name="瑞樹 山村" userId="da0e94a6326514bf" providerId="LiveId" clId="{41FF3672-E1CA-4C6E-B488-4AE87A9F9DD6}" dt="2025-11-07T06:08:33.323" v="2594" actId="20577"/>
          <ac:spMkLst>
            <pc:docMk/>
            <pc:sldMk cId="508196371" sldId="266"/>
            <ac:spMk id="4" creationId="{E60A0274-7339-D16A-E86C-CCADF21869C9}"/>
          </ac:spMkLst>
        </pc:spChg>
        <pc:spChg chg="mod">
          <ac:chgData name="瑞樹 山村" userId="da0e94a6326514bf" providerId="LiveId" clId="{41FF3672-E1CA-4C6E-B488-4AE87A9F9DD6}" dt="2025-11-07T06:49:42.720" v="3548"/>
          <ac:spMkLst>
            <pc:docMk/>
            <pc:sldMk cId="508196371" sldId="266"/>
            <ac:spMk id="6" creationId="{43A60AAC-A506-8A4F-F383-2CC0797BE1EF}"/>
          </ac:spMkLst>
        </pc:spChg>
      </pc:sldChg>
      <pc:sldChg chg="addSp delSp modSp add mod">
        <pc:chgData name="瑞樹 山村" userId="da0e94a6326514bf" providerId="LiveId" clId="{41FF3672-E1CA-4C6E-B488-4AE87A9F9DD6}" dt="2025-11-07T06:26:44.901" v="3128" actId="1076"/>
        <pc:sldMkLst>
          <pc:docMk/>
          <pc:sldMk cId="1641883881" sldId="267"/>
        </pc:sldMkLst>
        <pc:spChg chg="mod">
          <ac:chgData name="瑞樹 山村" userId="da0e94a6326514bf" providerId="LiveId" clId="{41FF3672-E1CA-4C6E-B488-4AE87A9F9DD6}" dt="2025-11-07T06:25:03.973" v="3105" actId="20577"/>
          <ac:spMkLst>
            <pc:docMk/>
            <pc:sldMk cId="1641883881" sldId="267"/>
            <ac:spMk id="4" creationId="{33412A7D-BF02-69E7-AFA8-06A97E37308C}"/>
          </ac:spMkLst>
        </pc:spChg>
        <pc:spChg chg="add mod topLvl">
          <ac:chgData name="瑞樹 山村" userId="da0e94a6326514bf" providerId="LiveId" clId="{41FF3672-E1CA-4C6E-B488-4AE87A9F9DD6}" dt="2025-11-07T06:16:01.067" v="2657" actId="1582"/>
          <ac:spMkLst>
            <pc:docMk/>
            <pc:sldMk cId="1641883881" sldId="267"/>
            <ac:spMk id="10" creationId="{796FD134-00B9-3C5B-4938-AE1C6A554C76}"/>
          </ac:spMkLst>
        </pc:spChg>
        <pc:spChg chg="add mod topLvl">
          <ac:chgData name="瑞樹 山村" userId="da0e94a6326514bf" providerId="LiveId" clId="{41FF3672-E1CA-4C6E-B488-4AE87A9F9DD6}" dt="2025-11-07T06:16:01.067" v="2657" actId="1582"/>
          <ac:spMkLst>
            <pc:docMk/>
            <pc:sldMk cId="1641883881" sldId="267"/>
            <ac:spMk id="11" creationId="{17A7AB31-78D5-AE13-998F-3D6EF32EE80E}"/>
          </ac:spMkLst>
        </pc:spChg>
        <pc:spChg chg="add mod">
          <ac:chgData name="瑞樹 山村" userId="da0e94a6326514bf" providerId="LiveId" clId="{41FF3672-E1CA-4C6E-B488-4AE87A9F9DD6}" dt="2025-11-07T06:13:31.728" v="2632" actId="1076"/>
          <ac:spMkLst>
            <pc:docMk/>
            <pc:sldMk cId="1641883881" sldId="267"/>
            <ac:spMk id="13" creationId="{D29FEB42-FE73-2C70-C542-A968DE55C3F6}"/>
          </ac:spMkLst>
        </pc:spChg>
        <pc:spChg chg="add mod">
          <ac:chgData name="瑞樹 山村" userId="da0e94a6326514bf" providerId="LiveId" clId="{41FF3672-E1CA-4C6E-B488-4AE87A9F9DD6}" dt="2025-11-07T06:16:15.277" v="2659" actId="1582"/>
          <ac:spMkLst>
            <pc:docMk/>
            <pc:sldMk cId="1641883881" sldId="267"/>
            <ac:spMk id="17" creationId="{30B7FF32-05AB-11EE-2B38-86CFCE50A8A4}"/>
          </ac:spMkLst>
        </pc:spChg>
        <pc:spChg chg="add mod">
          <ac:chgData name="瑞樹 山村" userId="da0e94a6326514bf" providerId="LiveId" clId="{41FF3672-E1CA-4C6E-B488-4AE87A9F9DD6}" dt="2025-11-07T06:16:19.205" v="2666"/>
          <ac:spMkLst>
            <pc:docMk/>
            <pc:sldMk cId="1641883881" sldId="267"/>
            <ac:spMk id="19" creationId="{85FA0367-AD58-11B6-E037-A2D6930A58CA}"/>
          </ac:spMkLst>
        </pc:spChg>
        <pc:spChg chg="add mod">
          <ac:chgData name="瑞樹 山村" userId="da0e94a6326514bf" providerId="LiveId" clId="{41FF3672-E1CA-4C6E-B488-4AE87A9F9DD6}" dt="2025-11-07T06:17:31.192" v="2677" actId="1076"/>
          <ac:spMkLst>
            <pc:docMk/>
            <pc:sldMk cId="1641883881" sldId="267"/>
            <ac:spMk id="20" creationId="{0B3B22AB-5267-30C7-85E1-DB7265CA58DA}"/>
          </ac:spMkLst>
        </pc:spChg>
        <pc:spChg chg="add mod">
          <ac:chgData name="瑞樹 山村" userId="da0e94a6326514bf" providerId="LiveId" clId="{41FF3672-E1CA-4C6E-B488-4AE87A9F9DD6}" dt="2025-11-07T06:17:37.860" v="2696"/>
          <ac:spMkLst>
            <pc:docMk/>
            <pc:sldMk cId="1641883881" sldId="267"/>
            <ac:spMk id="21" creationId="{84C32A97-A8AC-3289-A2B0-FCFB2C91B8A0}"/>
          </ac:spMkLst>
        </pc:spChg>
        <pc:spChg chg="add mod">
          <ac:chgData name="瑞樹 山村" userId="da0e94a6326514bf" providerId="LiveId" clId="{41FF3672-E1CA-4C6E-B488-4AE87A9F9DD6}" dt="2025-11-07T06:26:44.901" v="3128" actId="1076"/>
          <ac:spMkLst>
            <pc:docMk/>
            <pc:sldMk cId="1641883881" sldId="267"/>
            <ac:spMk id="22" creationId="{1AC66ACA-019C-B6CC-F92E-8063E00C3B28}"/>
          </ac:spMkLst>
        </pc:spChg>
        <pc:grpChg chg="add mod">
          <ac:chgData name="瑞樹 山村" userId="da0e94a6326514bf" providerId="LiveId" clId="{41FF3672-E1CA-4C6E-B488-4AE87A9F9DD6}" dt="2025-11-07T06:14:44.199" v="2641" actId="164"/>
          <ac:grpSpMkLst>
            <pc:docMk/>
            <pc:sldMk cId="1641883881" sldId="267"/>
            <ac:grpSpMk id="18" creationId="{1491887F-4C7C-BEBC-3B02-9366D852B122}"/>
          </ac:grpSpMkLst>
        </pc:grpChg>
        <pc:picChg chg="mod topLvl">
          <ac:chgData name="瑞樹 山村" userId="da0e94a6326514bf" providerId="LiveId" clId="{41FF3672-E1CA-4C6E-B488-4AE87A9F9DD6}" dt="2025-11-07T06:25:21.635" v="3107" actId="1582"/>
          <ac:picMkLst>
            <pc:docMk/>
            <pc:sldMk cId="1641883881" sldId="267"/>
            <ac:picMk id="8" creationId="{0F12FBE6-1586-4044-EED9-730404DA82CD}"/>
          </ac:picMkLst>
        </pc:picChg>
      </pc:sldChg>
      <pc:sldChg chg="addSp modSp new mod ord">
        <pc:chgData name="瑞樹 山村" userId="da0e94a6326514bf" providerId="LiveId" clId="{41FF3672-E1CA-4C6E-B488-4AE87A9F9DD6}" dt="2025-11-07T06:53:17.167" v="3784" actId="2710"/>
        <pc:sldMkLst>
          <pc:docMk/>
          <pc:sldMk cId="189464350" sldId="268"/>
        </pc:sldMkLst>
        <pc:spChg chg="mod">
          <ac:chgData name="瑞樹 山村" userId="da0e94a6326514bf" providerId="LiveId" clId="{41FF3672-E1CA-4C6E-B488-4AE87A9F9DD6}" dt="2025-11-07T06:44:28.694" v="3515"/>
          <ac:spMkLst>
            <pc:docMk/>
            <pc:sldMk cId="189464350" sldId="268"/>
            <ac:spMk id="2" creationId="{854E5EEC-4FF9-BDD1-B1CC-8209E2FDF860}"/>
          </ac:spMkLst>
        </pc:spChg>
        <pc:spChg chg="mod">
          <ac:chgData name="瑞樹 山村" userId="da0e94a6326514bf" providerId="LiveId" clId="{41FF3672-E1CA-4C6E-B488-4AE87A9F9DD6}" dt="2025-11-07T06:53:17.167" v="3784" actId="2710"/>
          <ac:spMkLst>
            <pc:docMk/>
            <pc:sldMk cId="189464350" sldId="268"/>
            <ac:spMk id="3" creationId="{E83396AF-6D2B-322A-ED49-7B1F2E6B80B8}"/>
          </ac:spMkLst>
        </pc:spChg>
        <pc:spChg chg="add mod">
          <ac:chgData name="瑞樹 山村" userId="da0e94a6326514bf" providerId="LiveId" clId="{41FF3672-E1CA-4C6E-B488-4AE87A9F9DD6}" dt="2025-11-07T06:49:06.805" v="3546"/>
          <ac:spMkLst>
            <pc:docMk/>
            <pc:sldMk cId="189464350" sldId="268"/>
            <ac:spMk id="4" creationId="{7456B849-6EA0-93B4-27F5-6B72C518E8D2}"/>
          </ac:spMkLst>
        </pc:spChg>
        <pc:spChg chg="add mod">
          <ac:chgData name="瑞樹 山村" userId="da0e94a6326514bf" providerId="LiveId" clId="{41FF3672-E1CA-4C6E-B488-4AE87A9F9DD6}" dt="2025-11-07T06:49:06.805" v="3546"/>
          <ac:spMkLst>
            <pc:docMk/>
            <pc:sldMk cId="189464350" sldId="268"/>
            <ac:spMk id="5" creationId="{A5C270F6-DED0-29D4-997A-8B19A4AFD99C}"/>
          </ac:spMkLst>
        </pc:spChg>
      </pc:sldChg>
      <pc:sldChg chg="addSp delSp modSp mod">
        <pc:chgData name="瑞樹 山村" userId="da0e94a6326514bf" providerId="LiveId" clId="{41FF3672-E1CA-4C6E-B488-4AE87A9F9DD6}" dt="2025-12-03T07:08:21.637" v="4093" actId="6549"/>
        <pc:sldMkLst>
          <pc:docMk/>
          <pc:sldMk cId="3952524347" sldId="269"/>
        </pc:sldMkLst>
        <pc:spChg chg="add mod topLvl">
          <ac:chgData name="瑞樹 山村" userId="da0e94a6326514bf" providerId="LiveId" clId="{41FF3672-E1CA-4C6E-B488-4AE87A9F9DD6}" dt="2025-12-03T07:06:21.517" v="4090" actId="20577"/>
          <ac:spMkLst>
            <pc:docMk/>
            <pc:sldMk cId="3952524347" sldId="269"/>
            <ac:spMk id="23" creationId="{E02ED10F-B8FA-2873-FBB0-6661996FEB98}"/>
          </ac:spMkLst>
        </pc:spChg>
        <pc:spChg chg="add mod topLvl">
          <ac:chgData name="瑞樹 山村" userId="da0e94a6326514bf" providerId="LiveId" clId="{41FF3672-E1CA-4C6E-B488-4AE87A9F9DD6}" dt="2025-12-03T07:08:21.637" v="4093" actId="6549"/>
          <ac:spMkLst>
            <pc:docMk/>
            <pc:sldMk cId="3952524347" sldId="269"/>
            <ac:spMk id="24" creationId="{E1743253-6694-69A2-F6BC-8640F58B7109}"/>
          </ac:spMkLst>
        </pc:spChg>
        <pc:spChg chg="add mod topLvl">
          <ac:chgData name="瑞樹 山村" userId="da0e94a6326514bf" providerId="LiveId" clId="{41FF3672-E1CA-4C6E-B488-4AE87A9F9DD6}" dt="2025-12-03T07:07:26.660" v="4092" actId="6549"/>
          <ac:spMkLst>
            <pc:docMk/>
            <pc:sldMk cId="3952524347" sldId="269"/>
            <ac:spMk id="26" creationId="{B8856675-D647-B2B4-4082-1E3A7719DBDA}"/>
          </ac:spMkLst>
        </pc:spChg>
        <pc:spChg chg="add mod topLvl">
          <ac:chgData name="瑞樹 山村" userId="da0e94a6326514bf" providerId="LiveId" clId="{41FF3672-E1CA-4C6E-B488-4AE87A9F9DD6}" dt="2025-12-03T07:07:21.704" v="4091" actId="6549"/>
          <ac:spMkLst>
            <pc:docMk/>
            <pc:sldMk cId="3952524347" sldId="269"/>
            <ac:spMk id="27" creationId="{F8607DCA-AC22-0F05-F393-DCE8C5092BC9}"/>
          </ac:spMkLst>
        </pc:spChg>
        <pc:spChg chg="add mod topLvl">
          <ac:chgData name="瑞樹 山村" userId="da0e94a6326514bf" providerId="LiveId" clId="{41FF3672-E1CA-4C6E-B488-4AE87A9F9DD6}" dt="2025-12-03T07:06:05.818" v="4089" actId="113"/>
          <ac:spMkLst>
            <pc:docMk/>
            <pc:sldMk cId="3952524347" sldId="269"/>
            <ac:spMk id="28" creationId="{F54A36B7-2C07-FDC1-6F92-1027DC8D155F}"/>
          </ac:spMkLst>
        </pc:spChg>
        <pc:spChg chg="add mod topLvl">
          <ac:chgData name="瑞樹 山村" userId="da0e94a6326514bf" providerId="LiveId" clId="{41FF3672-E1CA-4C6E-B488-4AE87A9F9DD6}" dt="2025-12-03T07:06:05.818" v="4089" actId="113"/>
          <ac:spMkLst>
            <pc:docMk/>
            <pc:sldMk cId="3952524347" sldId="269"/>
            <ac:spMk id="29" creationId="{E41EF200-80BA-7C41-BEBA-64AC72E25568}"/>
          </ac:spMkLst>
        </pc:spChg>
        <pc:spChg chg="add mod topLvl">
          <ac:chgData name="瑞樹 山村" userId="da0e94a6326514bf" providerId="LiveId" clId="{41FF3672-E1CA-4C6E-B488-4AE87A9F9DD6}" dt="2025-12-03T07:06:05.818" v="4089" actId="113"/>
          <ac:spMkLst>
            <pc:docMk/>
            <pc:sldMk cId="3952524347" sldId="269"/>
            <ac:spMk id="30" creationId="{86A9F03D-7752-2D82-7C03-516B88B38DF9}"/>
          </ac:spMkLst>
        </pc:spChg>
        <pc:grpChg chg="mod">
          <ac:chgData name="瑞樹 山村" userId="da0e94a6326514bf" providerId="LiveId" clId="{41FF3672-E1CA-4C6E-B488-4AE87A9F9DD6}" dt="2025-12-03T07:02:28.757" v="3921" actId="1076"/>
          <ac:grpSpMkLst>
            <pc:docMk/>
            <pc:sldMk cId="3952524347" sldId="269"/>
            <ac:grpSpMk id="31" creationId="{DEB5F9C6-E2BF-4276-B718-1A38A2D7C5DA}"/>
          </ac:grpSpMkLst>
        </pc:grpChg>
        <pc:picChg chg="add mod topLvl">
          <ac:chgData name="瑞樹 山村" userId="da0e94a6326514bf" providerId="LiveId" clId="{41FF3672-E1CA-4C6E-B488-4AE87A9F9DD6}" dt="2025-12-03T07:05:40.901" v="4085" actId="165"/>
          <ac:picMkLst>
            <pc:docMk/>
            <pc:sldMk cId="3952524347" sldId="269"/>
            <ac:picMk id="2" creationId="{415769DC-BD88-5002-9933-C0F9AA8E0FA7}"/>
          </ac:picMkLst>
        </pc:picChg>
        <pc:picChg chg="add mod topLvl">
          <ac:chgData name="瑞樹 山村" userId="da0e94a6326514bf" providerId="LiveId" clId="{41FF3672-E1CA-4C6E-B488-4AE87A9F9DD6}" dt="2025-12-03T07:05:40.901" v="4085" actId="165"/>
          <ac:picMkLst>
            <pc:docMk/>
            <pc:sldMk cId="3952524347" sldId="269"/>
            <ac:picMk id="6" creationId="{D7FA8BBE-DB92-9801-EF0F-236D2B183474}"/>
          </ac:picMkLst>
        </pc:picChg>
        <pc:picChg chg="add mod topLvl">
          <ac:chgData name="瑞樹 山村" userId="da0e94a6326514bf" providerId="LiveId" clId="{41FF3672-E1CA-4C6E-B488-4AE87A9F9DD6}" dt="2025-12-03T07:05:40.901" v="4085" actId="165"/>
          <ac:picMkLst>
            <pc:docMk/>
            <pc:sldMk cId="3952524347" sldId="269"/>
            <ac:picMk id="8" creationId="{3DB57403-1C3A-F8AC-55BA-77F2A17AD409}"/>
          </ac:picMkLst>
        </pc:picChg>
        <pc:picChg chg="mod">
          <ac:chgData name="瑞樹 山村" userId="da0e94a6326514bf" providerId="LiveId" clId="{41FF3672-E1CA-4C6E-B488-4AE87A9F9DD6}" dt="2025-12-03T07:02:20.325" v="3920" actId="1076"/>
          <ac:picMkLst>
            <pc:docMk/>
            <pc:sldMk cId="3952524347" sldId="269"/>
            <ac:picMk id="25" creationId="{E36E8887-9DAE-F9C8-9220-D66252341D6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296AD-58E8-4C70-9A7B-542821F937E1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15CE6-BFDC-4685-B70D-21CEE1E05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81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15CE6-BFDC-4685-B70D-21CEE1E055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21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B1C1F1-88D7-C683-EE42-B4FCDB71D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5CCCCD5-3E1D-EF4B-8B19-E9A8898A9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44E7E7-6676-B8F0-66EA-E7D78E4B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849412-911E-5B40-D252-D1490830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FE48-3B66-F6AF-B64B-E3607E72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20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B2890-61CD-CCC0-490C-1CEC320D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518666-E9DC-B225-0A26-5B9AAB12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6E10B3-5E78-8F6E-F11B-AF49EA70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FC7F02-A546-6D77-FDB7-4DD2D6E4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1D97A5-4DE9-6ED2-FC2F-6896E746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24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E3E8D-66B1-A1C1-7439-C784A590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EAF1F0-784F-CD9E-BB92-BF2D4AEC8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CA4E41-0E27-6BD0-E82B-0508836A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8C696-578B-F086-A37A-8958FE9E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8A8394-A8AF-11EE-2672-A83FB2D6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7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E6DE07-7235-0166-9275-D2D9BE3D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B8E7C1-BF32-DB98-5433-EE520BC46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AC2092-2EFA-EE36-D0E2-AD239B515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EAB94E-2DC4-E126-528D-3C5F7073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41129F-4BA4-A297-6358-0845DD42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03D28-4431-A174-7267-532238E3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6BBB3-F3BC-5FD3-095B-21228853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1A6B70-8127-A14A-FD17-59255B39A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097B4F-BAA8-0C14-2887-8BDF029F1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E2EF00-A245-5CE4-A343-BCA2F8B65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E8D87A-5E7A-E921-5333-93923C71E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580A42-4932-CC59-322C-941CA691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E0AC5E-C90D-714F-C7D0-90C3DC72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911B81-62CF-ACD6-7051-4E85ED89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81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E3D749-2AFF-97DF-6FC8-E7EA45D6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C974AE-C465-4905-ED54-C9E2A278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2B534B-43BE-71B0-1087-6718CA2B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B5A38A-3C96-42CB-F79E-2FD82839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00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BA122C0-ADF3-01A2-34E8-738784DF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FB2DF2-C2E4-6233-D727-47F6FCC4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4A808C-4714-DA6A-34AE-AE16821D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11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228EC-F0FD-1597-D503-D4380DB1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BF80E-F94B-8A6A-EAC8-3EF328F2F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7330F9-5C23-A468-1A61-847FAF866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CF6842-05D9-29B1-707D-DCF042E0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7A2176-6177-34BA-7783-D12734BC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D9BF1B-ABC6-28DA-92CC-A1C65099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939ABA-8BC9-8485-6ED6-6A4C5523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46A7C29-86B3-B0DC-4BD8-222EBA301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8E05B7-2C53-C8E9-ED6F-F8FCB88EF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4EB1EF-3522-FA4E-3CE5-EB1B3D9B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9967C0-E748-5C86-26BF-6D5230E9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3200AC-112C-18BB-722D-2DB3474A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8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68D4F5-6280-6A34-A350-AB007027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8314B5-70FB-717E-5415-7BE83523B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655F84-CC0D-99CC-D8B9-EADD5AC1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21814A-E50F-D36C-1E7B-D92E2EBD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527093-C02E-ED19-E63B-473B293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179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27118C-A37B-1B76-FFCA-CA90D5BA5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C6D6C9-2A06-D572-DF05-384C63CF9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6DD43A-FD55-F035-0937-B1619199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DD9C98-D8D2-51ED-ADFE-1BE5442A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D3BFE2-7FCB-7DAF-A4AB-23AF6DC8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5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151025-9BDC-BF2B-1426-41386E3E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A429B0-6E3C-4241-9B50-A34F34FD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16CA3A-E7E4-9901-C476-DEF6E80F8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0887A-D818-4FBD-83A9-1C09DD6165C8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5F9CCC-6AD4-EB90-9F2B-B87004524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FE2D8D-4BD9-2135-0B5B-3237BC8C7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19A6F-4E81-4024-92B3-FD67AC82C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03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053075-DCCF-6610-D8CB-7973040CB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14900" b="1" dirty="0" err="1"/>
              <a:t>GoldAhoi</a:t>
            </a:r>
            <a:r>
              <a:rPr kumimoji="1" lang="en-US" altLang="ja-JP" sz="14900" b="1" dirty="0"/>
              <a:t>!</a:t>
            </a:r>
            <a:endParaRPr kumimoji="1" lang="ja-JP" altLang="en-US" sz="14900" b="1" dirty="0"/>
          </a:p>
        </p:txBody>
      </p:sp>
      <p:sp>
        <p:nvSpPr>
          <p:cNvPr id="4" name="正方形/長方形 3">
            <a:hlinkClick r:id="rId2" action="ppaction://hlinksldjump"/>
            <a:extLst>
              <a:ext uri="{FF2B5EF4-FFF2-40B4-BE49-F238E27FC236}">
                <a16:creationId xmlns:a16="http://schemas.microsoft.com/office/drawing/2014/main" id="{DEB57D3E-8384-91F3-B9D5-0F0D74495698}"/>
              </a:ext>
            </a:extLst>
          </p:cNvPr>
          <p:cNvSpPr/>
          <p:nvPr/>
        </p:nvSpPr>
        <p:spPr>
          <a:xfrm>
            <a:off x="1052050" y="4159044"/>
            <a:ext cx="2880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/>
              <a:t>CPU</a:t>
            </a:r>
            <a:r>
              <a:rPr kumimoji="1" lang="ja-JP" altLang="en-US" sz="3600" b="1" dirty="0"/>
              <a:t>と対戦</a:t>
            </a: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36E989B8-A67D-1E26-9597-E6856996777E}"/>
              </a:ext>
            </a:extLst>
          </p:cNvPr>
          <p:cNvSpPr/>
          <p:nvPr/>
        </p:nvSpPr>
        <p:spPr>
          <a:xfrm>
            <a:off x="4656000" y="4151456"/>
            <a:ext cx="2880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/>
              <a:t>友達と対戦</a:t>
            </a:r>
          </a:p>
        </p:txBody>
      </p:sp>
      <p:sp>
        <p:nvSpPr>
          <p:cNvPr id="6" name="正方形/長方形 5">
            <a:hlinkClick r:id="rId3" action="ppaction://hlinksldjump"/>
            <a:extLst>
              <a:ext uri="{FF2B5EF4-FFF2-40B4-BE49-F238E27FC236}">
                <a16:creationId xmlns:a16="http://schemas.microsoft.com/office/drawing/2014/main" id="{3EA2C496-5B90-9D2F-944D-559FDF7E3D6F}"/>
              </a:ext>
            </a:extLst>
          </p:cNvPr>
          <p:cNvSpPr/>
          <p:nvPr/>
        </p:nvSpPr>
        <p:spPr>
          <a:xfrm>
            <a:off x="8259950" y="4151456"/>
            <a:ext cx="2880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/>
              <a:t>ルール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96A2B27-DD0A-6395-2C83-CEFDC7C05C13}"/>
              </a:ext>
            </a:extLst>
          </p:cNvPr>
          <p:cNvSpPr txBox="1"/>
          <p:nvPr/>
        </p:nvSpPr>
        <p:spPr>
          <a:xfrm>
            <a:off x="-1" y="0"/>
            <a:ext cx="287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タイトル画面</a:t>
            </a:r>
          </a:p>
        </p:txBody>
      </p:sp>
    </p:spTree>
    <p:extLst>
      <p:ext uri="{BB962C8B-B14F-4D97-AF65-F5344CB8AC3E}">
        <p14:creationId xmlns:p14="http://schemas.microsoft.com/office/powerpoint/2010/main" val="11776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6625D6-7133-D872-1D02-C92307733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355760"/>
              </p:ext>
            </p:extLst>
          </p:nvPr>
        </p:nvGraphicFramePr>
        <p:xfrm>
          <a:off x="333756" y="189000"/>
          <a:ext cx="6480000" cy="6480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8075099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3415104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89041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7775486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0918275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70203973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38945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7949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8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1943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65702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596276"/>
                  </a:ext>
                </a:extLst>
              </a:tr>
            </a:tbl>
          </a:graphicData>
        </a:graphic>
      </p:graphicFrame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9FD007-979D-D1ED-5D23-B509D897DA0E}"/>
              </a:ext>
            </a:extLst>
          </p:cNvPr>
          <p:cNvSpPr txBox="1"/>
          <p:nvPr/>
        </p:nvSpPr>
        <p:spPr>
          <a:xfrm>
            <a:off x="-1" y="0"/>
            <a:ext cx="539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CPU</a:t>
            </a:r>
            <a:r>
              <a:rPr kumimoji="1" lang="ja-JP" altLang="en-US" sz="3200" b="1" dirty="0"/>
              <a:t>と対戦</a:t>
            </a:r>
            <a:r>
              <a:rPr kumimoji="1" lang="en-US" altLang="ja-JP" sz="3200" b="1" dirty="0"/>
              <a:t>/</a:t>
            </a:r>
            <a:r>
              <a:rPr kumimoji="1" lang="ja-JP" altLang="en-US" sz="3200" b="1" dirty="0"/>
              <a:t>友達と対戦画面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2BC9EC-8D47-46D7-387C-885926BB7DCD}"/>
              </a:ext>
            </a:extLst>
          </p:cNvPr>
          <p:cNvSpPr txBox="1"/>
          <p:nvPr/>
        </p:nvSpPr>
        <p:spPr>
          <a:xfrm>
            <a:off x="7079226" y="2189"/>
            <a:ext cx="47790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Player1(2)</a:t>
            </a:r>
            <a:endParaRPr kumimoji="1" lang="ja-JP" altLang="en-US" sz="6600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330B8C-197B-736A-E687-951A0DFED5A5}"/>
              </a:ext>
            </a:extLst>
          </p:cNvPr>
          <p:cNvSpPr/>
          <p:nvPr/>
        </p:nvSpPr>
        <p:spPr>
          <a:xfrm>
            <a:off x="7216877" y="1110185"/>
            <a:ext cx="4320000" cy="43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dirty="0"/>
              <a:t>タイルの画像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9165E1-1560-1E50-D7F0-D6192233E8DE}"/>
              </a:ext>
            </a:extLst>
          </p:cNvPr>
          <p:cNvSpPr/>
          <p:nvPr/>
        </p:nvSpPr>
        <p:spPr>
          <a:xfrm>
            <a:off x="7216877" y="5584723"/>
            <a:ext cx="1789471" cy="1084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/>
              <a:t>左へ</a:t>
            </a:r>
            <a:br>
              <a:rPr kumimoji="1" lang="en-US" altLang="ja-JP" sz="2800" b="1" dirty="0"/>
            </a:br>
            <a:r>
              <a:rPr kumimoji="1" lang="ja-JP" altLang="en-US" sz="2800" b="1" dirty="0"/>
              <a:t>回転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D1257A-1ED0-A87E-6732-10942D3B690C}"/>
              </a:ext>
            </a:extLst>
          </p:cNvPr>
          <p:cNvSpPr/>
          <p:nvPr/>
        </p:nvSpPr>
        <p:spPr>
          <a:xfrm>
            <a:off x="9747406" y="5584723"/>
            <a:ext cx="1789471" cy="1084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/>
              <a:t>右</a:t>
            </a:r>
            <a:r>
              <a:rPr kumimoji="1" lang="ja-JP" altLang="en-US" sz="2800" b="1" dirty="0"/>
              <a:t>へ</a:t>
            </a:r>
            <a:br>
              <a:rPr kumimoji="1" lang="en-US" altLang="ja-JP" sz="2800" b="1" dirty="0"/>
            </a:br>
            <a:r>
              <a:rPr kumimoji="1" lang="ja-JP" altLang="en-US" sz="2800" b="1" dirty="0"/>
              <a:t>回転</a:t>
            </a:r>
          </a:p>
        </p:txBody>
      </p:sp>
    </p:spTree>
    <p:extLst>
      <p:ext uri="{BB962C8B-B14F-4D97-AF65-F5344CB8AC3E}">
        <p14:creationId xmlns:p14="http://schemas.microsoft.com/office/powerpoint/2010/main" val="174031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E5EEC-4FF9-BDD1-B1CC-8209E2FD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</a:t>
            </a:r>
            <a:r>
              <a:rPr kumimoji="1" lang="en-US" altLang="ja-JP" dirty="0" err="1"/>
              <a:t>GoldAhoi</a:t>
            </a:r>
            <a:r>
              <a:rPr kumimoji="1" lang="en-US" altLang="ja-JP" dirty="0"/>
              <a:t>!</a:t>
            </a:r>
            <a:r>
              <a:rPr kumimoji="1" lang="ja-JP" altLang="en-US" dirty="0"/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3396AF-6D2B-322A-ED49-7B1F2E6B8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タイルをつなげて航路を広げ、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dirty="0"/>
              <a:t>黄金の海で宝を集めるボードゲーム。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dirty="0"/>
              <a:t>運と戦略が交錯する、冒険の海へ</a:t>
            </a:r>
            <a:r>
              <a:rPr kumimoji="1" lang="en-US" altLang="ja-JP" dirty="0"/>
              <a:t>――</a:t>
            </a:r>
          </a:p>
          <a:p>
            <a:pPr>
              <a:lnSpc>
                <a:spcPct val="150000"/>
              </a:lnSpc>
            </a:pPr>
            <a:r>
              <a:rPr kumimoji="1" lang="ja-JP" altLang="en-US" dirty="0"/>
              <a:t>目指せ、金塊王！</a:t>
            </a:r>
          </a:p>
        </p:txBody>
      </p:sp>
      <p:sp>
        <p:nvSpPr>
          <p:cNvPr id="4" name="正方形/長方形 3">
            <a:hlinkClick r:id="rId3" action="ppaction://hlinksldjump"/>
            <a:extLst>
              <a:ext uri="{FF2B5EF4-FFF2-40B4-BE49-F238E27FC236}">
                <a16:creationId xmlns:a16="http://schemas.microsoft.com/office/drawing/2014/main" id="{7456B849-6EA0-93B4-27F5-6B72C518E8D2}"/>
              </a:ext>
            </a:extLst>
          </p:cNvPr>
          <p:cNvSpPr/>
          <p:nvPr/>
        </p:nvSpPr>
        <p:spPr>
          <a:xfrm>
            <a:off x="756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5" name="正方形/長方形 4">
            <a:hlinkClick r:id="rId4" action="ppaction://hlinksldjump"/>
            <a:extLst>
              <a:ext uri="{FF2B5EF4-FFF2-40B4-BE49-F238E27FC236}">
                <a16:creationId xmlns:a16="http://schemas.microsoft.com/office/drawing/2014/main" id="{A5C270F6-DED0-29D4-997A-8B19A4AFD99C}"/>
              </a:ext>
            </a:extLst>
          </p:cNvPr>
          <p:cNvSpPr/>
          <p:nvPr/>
        </p:nvSpPr>
        <p:spPr>
          <a:xfrm>
            <a:off x="972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次へ</a:t>
            </a:r>
          </a:p>
        </p:txBody>
      </p:sp>
    </p:spTree>
    <p:extLst>
      <p:ext uri="{BB962C8B-B14F-4D97-AF65-F5344CB8AC3E}">
        <p14:creationId xmlns:p14="http://schemas.microsoft.com/office/powerpoint/2010/main" val="18946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4BDF-8ED6-2D30-2849-BA21C9B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8377D6-2BA7-7F62-C9DC-062ABF9082B1}"/>
              </a:ext>
            </a:extLst>
          </p:cNvPr>
          <p:cNvSpPr txBox="1"/>
          <p:nvPr/>
        </p:nvSpPr>
        <p:spPr>
          <a:xfrm>
            <a:off x="-1" y="0"/>
            <a:ext cx="287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ルール画面１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407A03F-951D-C4AA-D4D1-B0D357DC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ルール１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0A0274-7339-D16A-E86C-CCADF218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自分のターンに</a:t>
            </a:r>
            <a:r>
              <a:rPr lang="ja-JP" altLang="en-US" b="1" dirty="0"/>
              <a:t>タイル</a:t>
            </a:r>
            <a:r>
              <a:rPr lang="ja-JP" altLang="en-US" dirty="0"/>
              <a:t>を任意に回転させ、配置します。</a:t>
            </a:r>
            <a:endParaRPr lang="en-US" altLang="ja-JP" dirty="0"/>
          </a:p>
          <a:p>
            <a:r>
              <a:rPr lang="ja-JP" altLang="en-US" dirty="0"/>
              <a:t>タイルを配置したら、ターンは終了です。</a:t>
            </a:r>
            <a:endParaRPr lang="en-US" altLang="ja-JP" dirty="0"/>
          </a:p>
          <a:p>
            <a:r>
              <a:rPr lang="ja-JP" altLang="en-US" dirty="0"/>
              <a:t>タイルは</a:t>
            </a:r>
            <a:r>
              <a:rPr lang="ja-JP" altLang="en-US" b="1" dirty="0"/>
              <a:t>ボード内</a:t>
            </a:r>
            <a:r>
              <a:rPr lang="ja-JP" altLang="en-US" dirty="0"/>
              <a:t>の赤枠もしくは青枠に置くことできます。</a:t>
            </a:r>
            <a:endParaRPr lang="en-US" altLang="ja-JP" dirty="0"/>
          </a:p>
          <a:p>
            <a:r>
              <a:rPr lang="en-US" altLang="ja-JP" dirty="0"/>
              <a:t>36</a:t>
            </a:r>
            <a:r>
              <a:rPr lang="ja-JP" altLang="en-US" dirty="0"/>
              <a:t>枚すべてのタイルが置かれた時点でゲームが終了します。</a:t>
            </a:r>
            <a:endParaRPr lang="en-US" altLang="ja-JP" dirty="0"/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9758A6DD-D0D9-C1F1-04FC-C9E85F15290F}"/>
              </a:ext>
            </a:extLst>
          </p:cNvPr>
          <p:cNvSpPr/>
          <p:nvPr/>
        </p:nvSpPr>
        <p:spPr>
          <a:xfrm>
            <a:off x="756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6" name="正方形/長方形 5">
            <a:hlinkClick r:id="rId3" action="ppaction://hlinksldjump"/>
            <a:extLst>
              <a:ext uri="{FF2B5EF4-FFF2-40B4-BE49-F238E27FC236}">
                <a16:creationId xmlns:a16="http://schemas.microsoft.com/office/drawing/2014/main" id="{43A60AAC-A506-8A4F-F383-2CC0797BE1EF}"/>
              </a:ext>
            </a:extLst>
          </p:cNvPr>
          <p:cNvSpPr/>
          <p:nvPr/>
        </p:nvSpPr>
        <p:spPr>
          <a:xfrm>
            <a:off x="972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次へ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9BCBCCC-0943-33D9-C238-5F2606FF2865}"/>
              </a:ext>
            </a:extLst>
          </p:cNvPr>
          <p:cNvGrpSpPr/>
          <p:nvPr/>
        </p:nvGrpSpPr>
        <p:grpSpPr>
          <a:xfrm>
            <a:off x="900000" y="4680000"/>
            <a:ext cx="1440000" cy="1809332"/>
            <a:chOff x="900000" y="4680000"/>
            <a:chExt cx="1440000" cy="1809332"/>
          </a:xfrm>
        </p:grpSpPr>
        <p:pic>
          <p:nvPicPr>
            <p:cNvPr id="7" name="図 6" descr="図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D7D4C4C-0188-F93E-2512-68441014C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4680000"/>
              <a:ext cx="1440000" cy="1440000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44602A4-9FDD-274A-6CAB-F53F2D1F27A0}"/>
                </a:ext>
              </a:extLst>
            </p:cNvPr>
            <p:cNvSpPr txBox="1"/>
            <p:nvPr/>
          </p:nvSpPr>
          <p:spPr>
            <a:xfrm>
              <a:off x="1165991" y="6120000"/>
              <a:ext cx="908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/>
                <a:t>タイル</a:t>
              </a: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B5C2D08-A8C2-2E84-01F4-B77EE7EFA9EA}"/>
              </a:ext>
            </a:extLst>
          </p:cNvPr>
          <p:cNvGrpSpPr/>
          <p:nvPr/>
        </p:nvGrpSpPr>
        <p:grpSpPr>
          <a:xfrm>
            <a:off x="3060000" y="4678651"/>
            <a:ext cx="1440000" cy="1810681"/>
            <a:chOff x="3060000" y="4678651"/>
            <a:chExt cx="1440000" cy="1810681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E06EE972-0902-2257-F972-E74C22817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0000" y="4678651"/>
              <a:ext cx="1440000" cy="14413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A23861D-1610-4B62-5493-A68D798C6536}"/>
                </a:ext>
              </a:extLst>
            </p:cNvPr>
            <p:cNvSpPr txBox="1"/>
            <p:nvPr/>
          </p:nvSpPr>
          <p:spPr>
            <a:xfrm>
              <a:off x="3325991" y="6120000"/>
              <a:ext cx="90801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/>
                <a:t>ボード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819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BB1A-DDD9-C414-4FCD-8A875F26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BC97DA-0CFE-C5F3-7131-C8C918C919F6}"/>
              </a:ext>
            </a:extLst>
          </p:cNvPr>
          <p:cNvSpPr txBox="1"/>
          <p:nvPr/>
        </p:nvSpPr>
        <p:spPr>
          <a:xfrm>
            <a:off x="-1" y="0"/>
            <a:ext cx="287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ルール画面２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7AEF7DB-33CC-1A3A-FFAC-7CCE51B6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ルール２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412A7D-BF02-69E7-AFA8-06A97E373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それぞれの</a:t>
            </a:r>
            <a:r>
              <a:rPr lang="ja-JP" altLang="en-US" b="1" dirty="0"/>
              <a:t>海路</a:t>
            </a:r>
            <a:r>
              <a:rPr lang="ja-JP" altLang="en-US" dirty="0"/>
              <a:t>と</a:t>
            </a:r>
            <a:r>
              <a:rPr lang="ja-JP" altLang="en-US" b="1" dirty="0"/>
              <a:t>陸路</a:t>
            </a:r>
            <a:r>
              <a:rPr lang="ja-JP" altLang="en-US" dirty="0"/>
              <a:t>から到達できる</a:t>
            </a:r>
            <a:r>
              <a:rPr lang="ja-JP" altLang="en-US" b="1" dirty="0"/>
              <a:t>宝物</a:t>
            </a:r>
            <a:r>
              <a:rPr lang="ja-JP" altLang="en-US" dirty="0"/>
              <a:t>の個数を競います。</a:t>
            </a:r>
            <a:endParaRPr lang="en-US" altLang="ja-JP" dirty="0"/>
          </a:p>
          <a:p>
            <a:r>
              <a:rPr lang="ja-JP" altLang="en-US" dirty="0"/>
              <a:t>お互いが同じ宝箱にたどり着ける場合、その宝箱への経路をより多く持っているプレイヤーがその宝箱を獲得できます。</a:t>
            </a:r>
            <a:endParaRPr lang="en-US" altLang="ja-JP" dirty="0"/>
          </a:p>
          <a:p>
            <a:r>
              <a:rPr lang="ja-JP" altLang="en-US" dirty="0"/>
              <a:t>経路が同数の場合、その宝箱はカウントしません。</a:t>
            </a:r>
          </a:p>
          <a:p>
            <a:r>
              <a:rPr lang="ja-JP" altLang="en-US" dirty="0"/>
              <a:t>獲得した宝箱の個数が多いプレイヤーの勝利です。</a:t>
            </a: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62EBF977-E6B8-94F7-C6D3-C740F356C180}"/>
              </a:ext>
            </a:extLst>
          </p:cNvPr>
          <p:cNvSpPr/>
          <p:nvPr/>
        </p:nvSpPr>
        <p:spPr>
          <a:xfrm>
            <a:off x="756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6" name="正方形/長方形 5">
            <a:hlinkClick r:id="rId3" action="ppaction://hlinksldjump"/>
            <a:extLst>
              <a:ext uri="{FF2B5EF4-FFF2-40B4-BE49-F238E27FC236}">
                <a16:creationId xmlns:a16="http://schemas.microsoft.com/office/drawing/2014/main" id="{F04CCDBE-D0D5-3394-A824-BE09E19E0D74}"/>
              </a:ext>
            </a:extLst>
          </p:cNvPr>
          <p:cNvSpPr/>
          <p:nvPr/>
        </p:nvSpPr>
        <p:spPr>
          <a:xfrm>
            <a:off x="972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次へ</a:t>
            </a:r>
          </a:p>
        </p:txBody>
      </p:sp>
      <p:pic>
        <p:nvPicPr>
          <p:cNvPr id="8" name="図 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0F12FBE6-1586-4044-EED9-730404DA8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" y="4680000"/>
            <a:ext cx="1440000" cy="144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491887F-4C7C-BEBC-3B02-9366D852B122}"/>
              </a:ext>
            </a:extLst>
          </p:cNvPr>
          <p:cNvGrpSpPr/>
          <p:nvPr/>
        </p:nvGrpSpPr>
        <p:grpSpPr>
          <a:xfrm>
            <a:off x="2700000" y="4680000"/>
            <a:ext cx="1440000" cy="1378800"/>
            <a:chOff x="2700000" y="4680000"/>
            <a:chExt cx="1440000" cy="137880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96FD134-00B9-3C5B-4938-AE1C6A554C76}"/>
                </a:ext>
              </a:extLst>
            </p:cNvPr>
            <p:cNvSpPr/>
            <p:nvPr/>
          </p:nvSpPr>
          <p:spPr>
            <a:xfrm>
              <a:off x="2700000" y="4680000"/>
              <a:ext cx="1440000" cy="4788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7A7AB31-78D5-AE13-998F-3D6EF32EE80E}"/>
                </a:ext>
              </a:extLst>
            </p:cNvPr>
            <p:cNvSpPr/>
            <p:nvPr/>
          </p:nvSpPr>
          <p:spPr>
            <a:xfrm>
              <a:off x="2700000" y="5580000"/>
              <a:ext cx="1440000" cy="478800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29FEB42-FE73-2C70-C542-A968DE55C3F6}"/>
              </a:ext>
            </a:extLst>
          </p:cNvPr>
          <p:cNvSpPr txBox="1"/>
          <p:nvPr/>
        </p:nvSpPr>
        <p:spPr>
          <a:xfrm>
            <a:off x="3060000" y="6120000"/>
            <a:ext cx="6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海路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0B7FF32-05AB-11EE-2B38-86CFCE50A8A4}"/>
              </a:ext>
            </a:extLst>
          </p:cNvPr>
          <p:cNvSpPr/>
          <p:nvPr/>
        </p:nvSpPr>
        <p:spPr>
          <a:xfrm>
            <a:off x="4500000" y="5148000"/>
            <a:ext cx="1440000" cy="468000"/>
          </a:xfrm>
          <a:prstGeom prst="rect">
            <a:avLst/>
          </a:prstGeom>
          <a:solidFill>
            <a:srgbClr val="FBB03B"/>
          </a:soli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FA0367-AD58-11B6-E037-A2D6930A58CA}"/>
              </a:ext>
            </a:extLst>
          </p:cNvPr>
          <p:cNvSpPr txBox="1"/>
          <p:nvPr/>
        </p:nvSpPr>
        <p:spPr>
          <a:xfrm>
            <a:off x="4887039" y="6120000"/>
            <a:ext cx="6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陸路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B3B22AB-5267-30C7-85E1-DB7265CA58DA}"/>
              </a:ext>
            </a:extLst>
          </p:cNvPr>
          <p:cNvSpPr/>
          <p:nvPr/>
        </p:nvSpPr>
        <p:spPr>
          <a:xfrm>
            <a:off x="6479999" y="5202000"/>
            <a:ext cx="360000" cy="360000"/>
          </a:xfrm>
          <a:prstGeom prst="rect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4C32A97-A8AC-3289-A2B0-FCFB2C91B8A0}"/>
              </a:ext>
            </a:extLst>
          </p:cNvPr>
          <p:cNvSpPr txBox="1"/>
          <p:nvPr/>
        </p:nvSpPr>
        <p:spPr>
          <a:xfrm>
            <a:off x="6327039" y="6120000"/>
            <a:ext cx="6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宝箱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AC66ACA-019C-B6CC-F92E-8063E00C3B28}"/>
              </a:ext>
            </a:extLst>
          </p:cNvPr>
          <p:cNvSpPr txBox="1"/>
          <p:nvPr/>
        </p:nvSpPr>
        <p:spPr>
          <a:xfrm>
            <a:off x="1163960" y="6120000"/>
            <a:ext cx="91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タイル</a:t>
            </a:r>
          </a:p>
        </p:txBody>
      </p:sp>
    </p:spTree>
    <p:extLst>
      <p:ext uri="{BB962C8B-B14F-4D97-AF65-F5344CB8AC3E}">
        <p14:creationId xmlns:p14="http://schemas.microsoft.com/office/powerpoint/2010/main" val="164188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839A-BBB6-FC73-0E1E-18BD7BFB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コンテンツ プレースホルダー 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134EC6D-B9B1-2A1F-9118-DB27A6FE5A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97" y="1800000"/>
            <a:ext cx="4384005" cy="435133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EDEC1F-31FF-60DE-4076-DEB2E8B5CABE}"/>
              </a:ext>
            </a:extLst>
          </p:cNvPr>
          <p:cNvSpPr txBox="1"/>
          <p:nvPr/>
        </p:nvSpPr>
        <p:spPr>
          <a:xfrm>
            <a:off x="-1" y="0"/>
            <a:ext cx="287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ルール画面</a:t>
            </a:r>
            <a:r>
              <a:rPr kumimoji="1" lang="en-US" altLang="ja-JP" sz="3200" b="1" dirty="0"/>
              <a:t>3</a:t>
            </a:r>
            <a:endParaRPr kumimoji="1" lang="ja-JP" altLang="en-US" sz="3200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6D87A3-9229-6E68-BEB7-115B839F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ルール３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5FFF6230-46A1-EA2D-B248-B0088C29A5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左の場合は</a:t>
            </a:r>
            <a:r>
              <a:rPr lang="en-US" altLang="ja-JP" dirty="0"/>
              <a:t>…</a:t>
            </a:r>
          </a:p>
          <a:p>
            <a:pPr>
              <a:lnSpc>
                <a:spcPct val="150000"/>
              </a:lnSpc>
            </a:pPr>
            <a:r>
              <a:rPr lang="ja-JP" altLang="en-US" dirty="0"/>
              <a:t>プレイヤー</a:t>
            </a:r>
            <a:r>
              <a:rPr lang="en-US" altLang="ja-JP" dirty="0"/>
              <a:t>1</a:t>
            </a:r>
            <a:r>
              <a:rPr lang="ja-JP" altLang="en-US" dirty="0"/>
              <a:t>の経路の数は</a:t>
            </a:r>
            <a:r>
              <a:rPr lang="en-US" altLang="ja-JP" dirty="0"/>
              <a:t>1</a:t>
            </a:r>
          </a:p>
          <a:p>
            <a:pPr>
              <a:lnSpc>
                <a:spcPct val="150000"/>
              </a:lnSpc>
            </a:pPr>
            <a:r>
              <a:rPr lang="ja-JP" altLang="en-US" dirty="0"/>
              <a:t>プレイヤー</a:t>
            </a:r>
            <a:r>
              <a:rPr lang="en-US" altLang="ja-JP" dirty="0"/>
              <a:t>2</a:t>
            </a:r>
            <a:r>
              <a:rPr lang="ja-JP" altLang="en-US" dirty="0"/>
              <a:t>の経路の数は</a:t>
            </a:r>
            <a:r>
              <a:rPr lang="en-US" altLang="ja-JP" dirty="0"/>
              <a:t>2</a:t>
            </a:r>
          </a:p>
          <a:p>
            <a:pPr>
              <a:lnSpc>
                <a:spcPct val="150000"/>
              </a:lnSpc>
            </a:pPr>
            <a:r>
              <a:rPr lang="ja-JP" altLang="en-US" dirty="0"/>
              <a:t>よって、宝箱はプレイヤー</a:t>
            </a:r>
            <a:r>
              <a:rPr lang="en-US" altLang="ja-JP" dirty="0"/>
              <a:t>2</a:t>
            </a:r>
            <a:r>
              <a:rPr lang="ja-JP" altLang="en-US" dirty="0"/>
              <a:t>が獲得します。</a:t>
            </a:r>
          </a:p>
        </p:txBody>
      </p:sp>
      <p:sp>
        <p:nvSpPr>
          <p:cNvPr id="5" name="正方形/長方形 4">
            <a:hlinkClick r:id="rId3" action="ppaction://hlinksldjump"/>
            <a:extLst>
              <a:ext uri="{FF2B5EF4-FFF2-40B4-BE49-F238E27FC236}">
                <a16:creationId xmlns:a16="http://schemas.microsoft.com/office/drawing/2014/main" id="{473C5E32-7A06-CE67-90D9-1B95B630693F}"/>
              </a:ext>
            </a:extLst>
          </p:cNvPr>
          <p:cNvSpPr/>
          <p:nvPr/>
        </p:nvSpPr>
        <p:spPr>
          <a:xfrm>
            <a:off x="756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戻る</a:t>
            </a:r>
          </a:p>
        </p:txBody>
      </p:sp>
      <p:sp>
        <p:nvSpPr>
          <p:cNvPr id="6" name="正方形/長方形 5">
            <a:hlinkClick r:id="rId3" action="ppaction://hlinksldjump"/>
            <a:extLst>
              <a:ext uri="{FF2B5EF4-FFF2-40B4-BE49-F238E27FC236}">
                <a16:creationId xmlns:a16="http://schemas.microsoft.com/office/drawing/2014/main" id="{BD07BE8F-0B98-B3F5-2287-147F37979012}"/>
              </a:ext>
            </a:extLst>
          </p:cNvPr>
          <p:cNvSpPr/>
          <p:nvPr/>
        </p:nvSpPr>
        <p:spPr>
          <a:xfrm>
            <a:off x="9720000" y="5760000"/>
            <a:ext cx="1440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OK</a:t>
            </a:r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2A34BEF8-6D15-85B1-7062-B5CE17BF8551}"/>
              </a:ext>
            </a:extLst>
          </p:cNvPr>
          <p:cNvSpPr/>
          <p:nvPr/>
        </p:nvSpPr>
        <p:spPr>
          <a:xfrm>
            <a:off x="1440000" y="4158000"/>
            <a:ext cx="327991" cy="33266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CE928D4-5DA4-774E-652E-151EFEF21273}"/>
              </a:ext>
            </a:extLst>
          </p:cNvPr>
          <p:cNvCxnSpPr>
            <a:cxnSpLocks/>
          </p:cNvCxnSpPr>
          <p:nvPr/>
        </p:nvCxnSpPr>
        <p:spPr>
          <a:xfrm>
            <a:off x="2310704" y="5796000"/>
            <a:ext cx="0" cy="342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0E01526-F708-C000-25D6-6E3995F39373}"/>
              </a:ext>
            </a:extLst>
          </p:cNvPr>
          <p:cNvCxnSpPr>
            <a:cxnSpLocks/>
          </p:cNvCxnSpPr>
          <p:nvPr/>
        </p:nvCxnSpPr>
        <p:spPr>
          <a:xfrm flipH="1">
            <a:off x="1583414" y="5819076"/>
            <a:ext cx="112168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F752FB7C-C449-CE67-4996-7B2B38CE4AF3}"/>
              </a:ext>
            </a:extLst>
          </p:cNvPr>
          <p:cNvCxnSpPr>
            <a:cxnSpLocks/>
          </p:cNvCxnSpPr>
          <p:nvPr/>
        </p:nvCxnSpPr>
        <p:spPr>
          <a:xfrm flipV="1">
            <a:off x="1603993" y="4486656"/>
            <a:ext cx="0" cy="16672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06D2640-4E93-91B5-D65F-4753CF08778D}"/>
              </a:ext>
            </a:extLst>
          </p:cNvPr>
          <p:cNvCxnSpPr>
            <a:cxnSpLocks/>
          </p:cNvCxnSpPr>
          <p:nvPr/>
        </p:nvCxnSpPr>
        <p:spPr>
          <a:xfrm rot="18900000">
            <a:off x="2880000" y="5760000"/>
            <a:ext cx="0" cy="468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F8AC9EF2-FE42-CA67-4A76-E119C2ECA843}"/>
              </a:ext>
            </a:extLst>
          </p:cNvPr>
          <p:cNvCxnSpPr>
            <a:cxnSpLocks/>
          </p:cNvCxnSpPr>
          <p:nvPr/>
        </p:nvCxnSpPr>
        <p:spPr>
          <a:xfrm>
            <a:off x="1584000" y="1800000"/>
            <a:ext cx="0" cy="2358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6661115-6AFF-D727-54EB-01594B288220}"/>
              </a:ext>
            </a:extLst>
          </p:cNvPr>
          <p:cNvSpPr txBox="1"/>
          <p:nvPr/>
        </p:nvSpPr>
        <p:spPr>
          <a:xfrm>
            <a:off x="1268999" y="1440000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spc="600" dirty="0"/>
              <a:t>プレイヤー</a:t>
            </a:r>
            <a:r>
              <a:rPr kumimoji="1" lang="en-US" altLang="ja-JP" b="1" spc="600" dirty="0"/>
              <a:t>1</a:t>
            </a:r>
            <a:endParaRPr kumimoji="1" lang="ja-JP" altLang="en-US" b="1" spc="6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AF89E34-28F3-F4DA-7A52-C6743D903116}"/>
              </a:ext>
            </a:extLst>
          </p:cNvPr>
          <p:cNvSpPr txBox="1"/>
          <p:nvPr/>
        </p:nvSpPr>
        <p:spPr>
          <a:xfrm>
            <a:off x="1296000" y="6156000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spc="600" dirty="0"/>
              <a:t>プレイヤー</a:t>
            </a:r>
            <a:r>
              <a:rPr kumimoji="1" lang="en-US" altLang="ja-JP" b="1" spc="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566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B6EF32-820B-C340-D50B-F46E6BB64D7F}"/>
              </a:ext>
            </a:extLst>
          </p:cNvPr>
          <p:cNvSpPr txBox="1"/>
          <p:nvPr/>
        </p:nvSpPr>
        <p:spPr>
          <a:xfrm>
            <a:off x="-1" y="0"/>
            <a:ext cx="6971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勝敗判定画面</a:t>
            </a:r>
            <a:r>
              <a:rPr kumimoji="1" lang="en-US" altLang="ja-JP" sz="3200" b="1" dirty="0"/>
              <a:t>(</a:t>
            </a:r>
            <a:r>
              <a:rPr kumimoji="1" lang="ja-JP" altLang="en-US" sz="3200" b="1" dirty="0"/>
              <a:t>仮</a:t>
            </a:r>
            <a:r>
              <a:rPr kumimoji="1" lang="en-US" altLang="ja-JP" sz="3200" b="1" dirty="0"/>
              <a:t>)</a:t>
            </a:r>
          </a:p>
          <a:p>
            <a:r>
              <a:rPr lang="en-US" altLang="ja-JP" sz="3200" b="1" dirty="0"/>
              <a:t>CPU</a:t>
            </a:r>
            <a:r>
              <a:rPr lang="ja-JP" altLang="en-US" sz="3200" b="1" dirty="0"/>
              <a:t>と対戦</a:t>
            </a:r>
            <a:r>
              <a:rPr lang="en-US" altLang="ja-JP" sz="3200" b="1" dirty="0"/>
              <a:t>/</a:t>
            </a:r>
            <a:r>
              <a:rPr lang="ja-JP" altLang="en-US" sz="3200" b="1" dirty="0"/>
              <a:t>友達と対戦画面から遷移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4537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546FDF5-F84C-BDC1-E4AF-1A37E5328511}"/>
              </a:ext>
            </a:extLst>
          </p:cNvPr>
          <p:cNvGrpSpPr/>
          <p:nvPr/>
        </p:nvGrpSpPr>
        <p:grpSpPr>
          <a:xfrm>
            <a:off x="1050338" y="1269000"/>
            <a:ext cx="4320000" cy="4320000"/>
            <a:chOff x="3936000" y="1269000"/>
            <a:chExt cx="4320000" cy="43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95159EF-3B19-3935-857C-F9CE48D3AB3E}"/>
                </a:ext>
              </a:extLst>
            </p:cNvPr>
            <p:cNvSpPr/>
            <p:nvPr/>
          </p:nvSpPr>
          <p:spPr>
            <a:xfrm>
              <a:off x="393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北西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2A5B77E-5371-BF07-CB16-CB95E046914F}"/>
                </a:ext>
              </a:extLst>
            </p:cNvPr>
            <p:cNvSpPr/>
            <p:nvPr/>
          </p:nvSpPr>
          <p:spPr>
            <a:xfrm>
              <a:off x="537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 dirty="0"/>
                <a:t>北</a:t>
              </a:r>
              <a:endParaRPr kumimoji="1" lang="ja-JP" altLang="en-US" sz="3200" b="1" dirty="0"/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975FC6F6-DBAA-A16E-9012-5305147DF7F1}"/>
                </a:ext>
              </a:extLst>
            </p:cNvPr>
            <p:cNvSpPr/>
            <p:nvPr/>
          </p:nvSpPr>
          <p:spPr>
            <a:xfrm>
              <a:off x="681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北東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C3C4CC7-63B1-FFE0-7DDE-658ABE296D56}"/>
                </a:ext>
              </a:extLst>
            </p:cNvPr>
            <p:cNvSpPr/>
            <p:nvPr/>
          </p:nvSpPr>
          <p:spPr>
            <a:xfrm>
              <a:off x="393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西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7F2C7A4-2567-A308-0531-E1B027BCCE35}"/>
                </a:ext>
              </a:extLst>
            </p:cNvPr>
            <p:cNvSpPr/>
            <p:nvPr/>
          </p:nvSpPr>
          <p:spPr>
            <a:xfrm>
              <a:off x="537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中心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6312D2D-4625-F689-715E-0C125F0702A3}"/>
                </a:ext>
              </a:extLst>
            </p:cNvPr>
            <p:cNvSpPr/>
            <p:nvPr/>
          </p:nvSpPr>
          <p:spPr>
            <a:xfrm>
              <a:off x="681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東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22CC0D5-FF8D-DEB0-F54A-0DB2A9BAD815}"/>
                </a:ext>
              </a:extLst>
            </p:cNvPr>
            <p:cNvSpPr/>
            <p:nvPr/>
          </p:nvSpPr>
          <p:spPr>
            <a:xfrm>
              <a:off x="393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南西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D3F6E0C-4996-A771-F940-B25FC9998CC3}"/>
                </a:ext>
              </a:extLst>
            </p:cNvPr>
            <p:cNvSpPr/>
            <p:nvPr/>
          </p:nvSpPr>
          <p:spPr>
            <a:xfrm>
              <a:off x="537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南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3F8911B-3D8C-FEBB-D251-8D93A3D1B032}"/>
                </a:ext>
              </a:extLst>
            </p:cNvPr>
            <p:cNvSpPr/>
            <p:nvPr/>
          </p:nvSpPr>
          <p:spPr>
            <a:xfrm>
              <a:off x="681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南東</a:t>
              </a:r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DE48A1-FD6B-BB3D-1739-F6ED0A135F05}"/>
              </a:ext>
            </a:extLst>
          </p:cNvPr>
          <p:cNvSpPr txBox="1"/>
          <p:nvPr/>
        </p:nvSpPr>
        <p:spPr>
          <a:xfrm>
            <a:off x="-1" y="0"/>
            <a:ext cx="6420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タイルが有する情報のイメージ①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CDD75B7A-0B76-3A6A-9757-9D14A97F3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90763"/>
              </p:ext>
            </p:extLst>
          </p:nvPr>
        </p:nvGraphicFramePr>
        <p:xfrm>
          <a:off x="6096000" y="1269000"/>
          <a:ext cx="5498120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060">
                  <a:extLst>
                    <a:ext uri="{9D8B030D-6E8A-4147-A177-3AD203B41FA5}">
                      <a16:colId xmlns:a16="http://schemas.microsoft.com/office/drawing/2014/main" val="3342415591"/>
                    </a:ext>
                  </a:extLst>
                </a:gridCol>
                <a:gridCol w="2749060">
                  <a:extLst>
                    <a:ext uri="{9D8B030D-6E8A-4147-A177-3AD203B41FA5}">
                      <a16:colId xmlns:a16="http://schemas.microsoft.com/office/drawing/2014/main" val="1441491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62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6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64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9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7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4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6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9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0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宝箱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81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80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6908FFEC-7A24-BD43-80C5-421A906A7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10" y="1269000"/>
            <a:ext cx="4320000" cy="4320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181F8A-24FE-1E71-447C-D5A57AB428AD}"/>
              </a:ext>
            </a:extLst>
          </p:cNvPr>
          <p:cNvSpPr txBox="1"/>
          <p:nvPr/>
        </p:nvSpPr>
        <p:spPr>
          <a:xfrm>
            <a:off x="-1" y="0"/>
            <a:ext cx="6361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タイルが有する情報のイメージ②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068AA50-7FAC-AE30-29E9-7F1BE964E672}"/>
              </a:ext>
            </a:extLst>
          </p:cNvPr>
          <p:cNvGrpSpPr/>
          <p:nvPr/>
        </p:nvGrpSpPr>
        <p:grpSpPr>
          <a:xfrm>
            <a:off x="1055510" y="1285670"/>
            <a:ext cx="4320000" cy="4320000"/>
            <a:chOff x="3936000" y="1269000"/>
            <a:chExt cx="4320000" cy="4320000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13684DB1-9F94-98CF-C60D-63BD95DF056E}"/>
                </a:ext>
              </a:extLst>
            </p:cNvPr>
            <p:cNvSpPr/>
            <p:nvPr/>
          </p:nvSpPr>
          <p:spPr>
            <a:xfrm>
              <a:off x="393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北西</a:t>
              </a: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02C1643E-1B73-B83A-7A3F-BCAD20FE2CB1}"/>
                </a:ext>
              </a:extLst>
            </p:cNvPr>
            <p:cNvSpPr/>
            <p:nvPr/>
          </p:nvSpPr>
          <p:spPr>
            <a:xfrm>
              <a:off x="537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 dirty="0">
                  <a:solidFill>
                    <a:schemeClr val="bg1"/>
                  </a:solidFill>
                </a:rPr>
                <a:t>北</a:t>
              </a:r>
              <a:endParaRPr kumimoji="1" lang="ja-JP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167B336-125E-A0BA-7041-08D2C2FF2D82}"/>
                </a:ext>
              </a:extLst>
            </p:cNvPr>
            <p:cNvSpPr/>
            <p:nvPr/>
          </p:nvSpPr>
          <p:spPr>
            <a:xfrm>
              <a:off x="681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北東</a:t>
              </a: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9FA623FC-414A-1ADE-8531-95C13384446C}"/>
                </a:ext>
              </a:extLst>
            </p:cNvPr>
            <p:cNvSpPr/>
            <p:nvPr/>
          </p:nvSpPr>
          <p:spPr>
            <a:xfrm>
              <a:off x="393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西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23ED34AF-E6AC-C934-AAF9-27468BAF2227}"/>
                </a:ext>
              </a:extLst>
            </p:cNvPr>
            <p:cNvSpPr/>
            <p:nvPr/>
          </p:nvSpPr>
          <p:spPr>
            <a:xfrm>
              <a:off x="537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中心</a:t>
              </a: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CFFA788B-F928-0DCC-4E3D-FF0A36D2B019}"/>
                </a:ext>
              </a:extLst>
            </p:cNvPr>
            <p:cNvSpPr/>
            <p:nvPr/>
          </p:nvSpPr>
          <p:spPr>
            <a:xfrm>
              <a:off x="681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東</a:t>
              </a: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D056FDF-1A35-6984-45F8-04DF330481AA}"/>
                </a:ext>
              </a:extLst>
            </p:cNvPr>
            <p:cNvSpPr/>
            <p:nvPr/>
          </p:nvSpPr>
          <p:spPr>
            <a:xfrm>
              <a:off x="393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南西</a:t>
              </a: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2058AA40-2927-7330-EEC8-AC7799837287}"/>
                </a:ext>
              </a:extLst>
            </p:cNvPr>
            <p:cNvSpPr/>
            <p:nvPr/>
          </p:nvSpPr>
          <p:spPr>
            <a:xfrm>
              <a:off x="537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</a:t>
              </a: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806E690-B238-91AA-A5EC-F9915131FB90}"/>
                </a:ext>
              </a:extLst>
            </p:cNvPr>
            <p:cNvSpPr/>
            <p:nvPr/>
          </p:nvSpPr>
          <p:spPr>
            <a:xfrm>
              <a:off x="681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南東</a:t>
              </a:r>
            </a:p>
          </p:txBody>
        </p:sp>
      </p:grpSp>
      <p:graphicFrame>
        <p:nvGraphicFramePr>
          <p:cNvPr id="58" name="表 57">
            <a:extLst>
              <a:ext uri="{FF2B5EF4-FFF2-40B4-BE49-F238E27FC236}">
                <a16:creationId xmlns:a16="http://schemas.microsoft.com/office/drawing/2014/main" id="{9E578E26-5473-5B15-8DD2-EF09B8A19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28200"/>
              </p:ext>
            </p:extLst>
          </p:nvPr>
        </p:nvGraphicFramePr>
        <p:xfrm>
          <a:off x="6076336" y="866140"/>
          <a:ext cx="549812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060">
                  <a:extLst>
                    <a:ext uri="{9D8B030D-6E8A-4147-A177-3AD203B41FA5}">
                      <a16:colId xmlns:a16="http://schemas.microsoft.com/office/drawing/2014/main" val="3342415591"/>
                    </a:ext>
                  </a:extLst>
                </a:gridCol>
                <a:gridCol w="2749060">
                  <a:extLst>
                    <a:ext uri="{9D8B030D-6E8A-4147-A177-3AD203B41FA5}">
                      <a16:colId xmlns:a16="http://schemas.microsoft.com/office/drawing/2014/main" val="1441491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1" dirty="0"/>
                        <a:t>ID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dirty="0"/>
                        <a:t>0~35</a:t>
                      </a:r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455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97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4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69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FBB03B"/>
                          </a:solidFill>
                        </a:rPr>
                        <a:t>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451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FBB03B"/>
                          </a:solidFill>
                        </a:rPr>
                        <a:t>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45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FBB03B"/>
                          </a:solidFill>
                        </a:rPr>
                        <a:t>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4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37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28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rgbClr val="0000FF"/>
                          </a:solidFill>
                        </a:rPr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46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宝箱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中心</a:t>
                      </a:r>
                      <a:r>
                        <a:rPr kumimoji="1" lang="en-US" altLang="ja-JP" sz="2000" b="1" dirty="0"/>
                        <a:t>(0~8)</a:t>
                      </a:r>
                      <a:endParaRPr kumimoji="1" lang="ja-JP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31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隣接しているか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dirty="0"/>
                        <a:t>Bool</a:t>
                      </a:r>
                      <a:r>
                        <a:rPr kumimoji="1" lang="ja-JP" altLang="en-US" sz="2000" b="1" dirty="0"/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42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7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8727ED6-94BD-540F-655F-6D3E6FD1D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53" y="1269000"/>
            <a:ext cx="4320000" cy="4320000"/>
          </a:xfrm>
          <a:prstGeom prst="rect">
            <a:avLst/>
          </a:prstGeom>
        </p:spPr>
      </p:pic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8F88C37B-6168-CF59-74C4-A4A131592E69}"/>
              </a:ext>
            </a:extLst>
          </p:cNvPr>
          <p:cNvGrpSpPr/>
          <p:nvPr/>
        </p:nvGrpSpPr>
        <p:grpSpPr>
          <a:xfrm>
            <a:off x="1074453" y="1269000"/>
            <a:ext cx="4320000" cy="4320000"/>
            <a:chOff x="3936000" y="1269000"/>
            <a:chExt cx="4320000" cy="4320000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0AD0FE62-AE8F-4274-C995-CA86D8225A65}"/>
                </a:ext>
              </a:extLst>
            </p:cNvPr>
            <p:cNvSpPr/>
            <p:nvPr/>
          </p:nvSpPr>
          <p:spPr>
            <a:xfrm>
              <a:off x="393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北西</a:t>
              </a: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BE6F7AC6-6D4E-C86E-B115-FBE4CDF325BF}"/>
                </a:ext>
              </a:extLst>
            </p:cNvPr>
            <p:cNvSpPr/>
            <p:nvPr/>
          </p:nvSpPr>
          <p:spPr>
            <a:xfrm>
              <a:off x="537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 dirty="0">
                  <a:solidFill>
                    <a:schemeClr val="bg1"/>
                  </a:solidFill>
                </a:rPr>
                <a:t>北</a:t>
              </a:r>
              <a:endParaRPr kumimoji="1" lang="ja-JP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2FA6BEAC-C284-D5D9-2B2A-1F020C63A17D}"/>
                </a:ext>
              </a:extLst>
            </p:cNvPr>
            <p:cNvSpPr/>
            <p:nvPr/>
          </p:nvSpPr>
          <p:spPr>
            <a:xfrm>
              <a:off x="6816000" y="126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北東</a:t>
              </a: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3CDCD306-03E6-A6B1-8485-2C771BE3489C}"/>
                </a:ext>
              </a:extLst>
            </p:cNvPr>
            <p:cNvSpPr/>
            <p:nvPr/>
          </p:nvSpPr>
          <p:spPr>
            <a:xfrm>
              <a:off x="393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西</a:t>
              </a: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ED98970C-C0D5-81CF-18EA-33ED70095058}"/>
                </a:ext>
              </a:extLst>
            </p:cNvPr>
            <p:cNvSpPr/>
            <p:nvPr/>
          </p:nvSpPr>
          <p:spPr>
            <a:xfrm>
              <a:off x="537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中心</a:t>
              </a: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C4AB6E41-92BB-CD19-9F7C-37472544B874}"/>
                </a:ext>
              </a:extLst>
            </p:cNvPr>
            <p:cNvSpPr/>
            <p:nvPr/>
          </p:nvSpPr>
          <p:spPr>
            <a:xfrm>
              <a:off x="6816000" y="270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東</a:t>
              </a: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57F59A9D-9CE1-31FA-313E-D50F6E4633A8}"/>
                </a:ext>
              </a:extLst>
            </p:cNvPr>
            <p:cNvSpPr/>
            <p:nvPr/>
          </p:nvSpPr>
          <p:spPr>
            <a:xfrm>
              <a:off x="393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南西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86A56F42-7C54-84E4-45B0-FA41655E9BF5}"/>
                </a:ext>
              </a:extLst>
            </p:cNvPr>
            <p:cNvSpPr/>
            <p:nvPr/>
          </p:nvSpPr>
          <p:spPr>
            <a:xfrm>
              <a:off x="537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DA24AD97-0442-BA80-DDF1-37597BF829FB}"/>
                </a:ext>
              </a:extLst>
            </p:cNvPr>
            <p:cNvSpPr/>
            <p:nvPr/>
          </p:nvSpPr>
          <p:spPr>
            <a:xfrm>
              <a:off x="6816000" y="4149000"/>
              <a:ext cx="1440000" cy="1440000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>
                  <a:solidFill>
                    <a:schemeClr val="bg1"/>
                  </a:solidFill>
                </a:rPr>
                <a:t>南東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6D7BEF-E615-B13D-4654-F535D38B2924}"/>
              </a:ext>
            </a:extLst>
          </p:cNvPr>
          <p:cNvSpPr txBox="1"/>
          <p:nvPr/>
        </p:nvSpPr>
        <p:spPr>
          <a:xfrm>
            <a:off x="-1" y="0"/>
            <a:ext cx="6361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タイルが有する情報のイメージ③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4236A-2E59-FEEE-9BC5-D3BEFAFF7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29478"/>
              </p:ext>
            </p:extLst>
          </p:nvPr>
        </p:nvGraphicFramePr>
        <p:xfrm>
          <a:off x="6096000" y="1269000"/>
          <a:ext cx="5498120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060">
                  <a:extLst>
                    <a:ext uri="{9D8B030D-6E8A-4147-A177-3AD203B41FA5}">
                      <a16:colId xmlns:a16="http://schemas.microsoft.com/office/drawing/2014/main" val="3342415591"/>
                    </a:ext>
                  </a:extLst>
                </a:gridCol>
                <a:gridCol w="2749060">
                  <a:extLst>
                    <a:ext uri="{9D8B030D-6E8A-4147-A177-3AD203B41FA5}">
                      <a16:colId xmlns:a16="http://schemas.microsoft.com/office/drawing/2014/main" val="1441491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7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62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6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64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9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7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4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南西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6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u="sng" dirty="0"/>
                        <a:t>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9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南東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0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宝箱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/>
                        <a:t>中心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499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39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FAE64E5-2288-4918-BA8B-CBC5400C7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143260" cy="11432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9D404DA-E220-9A48-9C78-B06B80ECF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800" y="360000"/>
            <a:ext cx="1143260" cy="114326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31677C8-D9D4-64A4-D093-5C7C11FDA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00" y="360000"/>
            <a:ext cx="1143260" cy="114326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54F4FF7-A56F-F16B-E6B4-82DAA3B90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400" y="360000"/>
            <a:ext cx="1143260" cy="114326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2FFFD4-A2A6-21E4-B1FB-706E357804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00" y="360000"/>
            <a:ext cx="1143260" cy="114326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BC37DA2-B4E4-CFA9-5AF9-5347DFF6FA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000" y="360000"/>
            <a:ext cx="1143260" cy="114326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7E23311-F7FC-CEAC-A5BD-6D035DD3A0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800" y="360000"/>
            <a:ext cx="1143260" cy="114326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3944420-3B13-DEE9-756E-D7B0EA27DE4E}"/>
              </a:ext>
            </a:extLst>
          </p:cNvPr>
          <p:cNvSpPr txBox="1"/>
          <p:nvPr/>
        </p:nvSpPr>
        <p:spPr>
          <a:xfrm>
            <a:off x="360000" y="150480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1</a:t>
            </a:r>
            <a:endParaRPr kumimoji="1" lang="ja-JP" altLang="en-US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61A7BB7-B9AE-7D53-62B2-81E247549FC3}"/>
              </a:ext>
            </a:extLst>
          </p:cNvPr>
          <p:cNvSpPr txBox="1"/>
          <p:nvPr/>
        </p:nvSpPr>
        <p:spPr>
          <a:xfrm>
            <a:off x="1864800" y="150480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2</a:t>
            </a:r>
            <a:endParaRPr kumimoji="1" lang="ja-JP" altLang="en-US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D368204-EB2C-C1EB-30E3-65595B1ECB24}"/>
              </a:ext>
            </a:extLst>
          </p:cNvPr>
          <p:cNvSpPr txBox="1"/>
          <p:nvPr/>
        </p:nvSpPr>
        <p:spPr>
          <a:xfrm>
            <a:off x="3369600" y="149862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4</a:t>
            </a:r>
            <a:endParaRPr kumimoji="1" lang="ja-JP" altLang="en-US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20B7E61-D368-B686-8738-91EBF0EF3BAB}"/>
              </a:ext>
            </a:extLst>
          </p:cNvPr>
          <p:cNvSpPr txBox="1"/>
          <p:nvPr/>
        </p:nvSpPr>
        <p:spPr>
          <a:xfrm>
            <a:off x="4874400" y="149862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9</a:t>
            </a:r>
            <a:endParaRPr kumimoji="1" lang="ja-JP" altLang="en-US" b="1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F1BAD1-CDC4-4631-F2FC-8287402339D7}"/>
              </a:ext>
            </a:extLst>
          </p:cNvPr>
          <p:cNvSpPr txBox="1"/>
          <p:nvPr/>
        </p:nvSpPr>
        <p:spPr>
          <a:xfrm>
            <a:off x="6379200" y="150480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8</a:t>
            </a:r>
            <a:endParaRPr kumimoji="1" lang="ja-JP" altLang="en-US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45D01A-C576-696C-2D8B-79D9703388B8}"/>
              </a:ext>
            </a:extLst>
          </p:cNvPr>
          <p:cNvSpPr txBox="1"/>
          <p:nvPr/>
        </p:nvSpPr>
        <p:spPr>
          <a:xfrm>
            <a:off x="7884000" y="150480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4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D3D586A-C9B6-AC6E-B8EE-5ED9389DDD83}"/>
              </a:ext>
            </a:extLst>
          </p:cNvPr>
          <p:cNvSpPr txBox="1"/>
          <p:nvPr/>
        </p:nvSpPr>
        <p:spPr>
          <a:xfrm>
            <a:off x="9388800" y="1498620"/>
            <a:ext cx="11432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8</a:t>
            </a:r>
            <a:endParaRPr kumimoji="1" lang="ja-JP" altLang="en-US" b="1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E36E8887-9DAE-F9C8-9220-D66252341D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00" y="1864801"/>
            <a:ext cx="11520000" cy="1011671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15769DC-BD88-5002-9933-C0F9AA8E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36400"/>
            <a:ext cx="1143260" cy="114326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909828D-32F2-D54B-1355-C6E82B9C8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800" y="3236400"/>
            <a:ext cx="1143260" cy="114326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7FA8BBE-DB92-9801-EF0F-236D2B183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00" y="3236400"/>
            <a:ext cx="1143260" cy="114326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DB57403-1C3A-F8AC-55BA-77F2A17AD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400" y="3236400"/>
            <a:ext cx="1143260" cy="114326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7461E3E-912E-D8E7-E99A-3D5E69E58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00" y="3236400"/>
            <a:ext cx="1143260" cy="114326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8B4E87C-1CB4-0B36-9E59-B8F439D842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000" y="3236400"/>
            <a:ext cx="1143260" cy="114326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464B42D-DDE1-6D3C-B0C3-2C5E5302A3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800" y="3236400"/>
            <a:ext cx="1143260" cy="114326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2ED10F-B8FA-2873-FBB0-6661996FEB98}"/>
              </a:ext>
            </a:extLst>
          </p:cNvPr>
          <p:cNvSpPr txBox="1"/>
          <p:nvPr/>
        </p:nvSpPr>
        <p:spPr>
          <a:xfrm>
            <a:off x="360000" y="4381200"/>
            <a:ext cx="1143260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err="1"/>
              <a:t>tile_island</a:t>
            </a:r>
            <a:endParaRPr kumimoji="1" lang="ja-JP" altLang="en-US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1743253-6694-69A2-F6BC-8640F58B7109}"/>
              </a:ext>
            </a:extLst>
          </p:cNvPr>
          <p:cNvSpPr txBox="1"/>
          <p:nvPr/>
        </p:nvSpPr>
        <p:spPr>
          <a:xfrm>
            <a:off x="1864800" y="4381200"/>
            <a:ext cx="1143260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tile</a:t>
            </a:r>
            <a:r>
              <a:rPr lang="en-US" altLang="ja-JP" b="1" err="1"/>
              <a:t>_</a:t>
            </a:r>
            <a:r>
              <a:rPr lang="en-US" altLang="ja-JP" b="1"/>
              <a:t>straight</a:t>
            </a:r>
            <a:endParaRPr kumimoji="1" lang="ja-JP" altLang="en-US" b="1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856675-D647-B2B4-4082-1E3A7719DBDA}"/>
              </a:ext>
            </a:extLst>
          </p:cNvPr>
          <p:cNvSpPr txBox="1"/>
          <p:nvPr/>
        </p:nvSpPr>
        <p:spPr>
          <a:xfrm>
            <a:off x="3369600" y="4375020"/>
            <a:ext cx="1143260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err="1"/>
              <a:t>tile_diagonal</a:t>
            </a:r>
            <a:endParaRPr kumimoji="1" lang="ja-JP" altLang="en-US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8607DCA-AC22-0F05-F393-DCE8C5092BC9}"/>
              </a:ext>
            </a:extLst>
          </p:cNvPr>
          <p:cNvSpPr txBox="1"/>
          <p:nvPr/>
        </p:nvSpPr>
        <p:spPr>
          <a:xfrm>
            <a:off x="4874400" y="4375020"/>
            <a:ext cx="1143260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tile_double_diagonal</a:t>
            </a:r>
            <a:endParaRPr lang="ja-JP" altLang="en-US" b="1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54A36B7-2C07-FDC1-6F92-1027DC8D155F}"/>
              </a:ext>
            </a:extLst>
          </p:cNvPr>
          <p:cNvSpPr txBox="1"/>
          <p:nvPr/>
        </p:nvSpPr>
        <p:spPr>
          <a:xfrm>
            <a:off x="6379200" y="4381200"/>
            <a:ext cx="1143260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err="1"/>
              <a:t>tile_t</a:t>
            </a:r>
            <a:r>
              <a:rPr lang="en-US" altLang="ja-JP" b="1" dirty="0" err="1"/>
              <a:t>_treasure_center</a:t>
            </a:r>
            <a:endParaRPr kumimoji="1" lang="ja-JP" altLang="en-US" b="1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41EF200-80BA-7C41-BEBA-64AC72E25568}"/>
              </a:ext>
            </a:extLst>
          </p:cNvPr>
          <p:cNvSpPr txBox="1"/>
          <p:nvPr/>
        </p:nvSpPr>
        <p:spPr>
          <a:xfrm>
            <a:off x="7884000" y="4381200"/>
            <a:ext cx="1143260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tile_t_treasure_north</a:t>
            </a:r>
            <a:endParaRPr lang="ja-JP" altLang="en-US" b="1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A9F03D-7752-2D82-7C03-516B88B38DF9}"/>
              </a:ext>
            </a:extLst>
          </p:cNvPr>
          <p:cNvSpPr txBox="1"/>
          <p:nvPr/>
        </p:nvSpPr>
        <p:spPr>
          <a:xfrm>
            <a:off x="9388800" y="4375020"/>
            <a:ext cx="1143260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err="1"/>
              <a:t>tile_cross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95252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425</Words>
  <Application>Microsoft Office PowerPoint</Application>
  <PresentationFormat>ワイド画面</PresentationFormat>
  <Paragraphs>156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GoldAhoi!</vt:lpstr>
      <vt:lpstr>PowerPoint プレゼンテーション</vt:lpstr>
      <vt:lpstr> GoldAhoi!とは</vt:lpstr>
      <vt:lpstr>ルール１</vt:lpstr>
      <vt:lpstr>ルール２</vt:lpstr>
      <vt:lpstr>ルール３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瑞樹 山村</dc:creator>
  <cp:lastModifiedBy>瑞樹 山村</cp:lastModifiedBy>
  <cp:revision>2</cp:revision>
  <dcterms:created xsi:type="dcterms:W3CDTF">2025-09-25T06:38:08Z</dcterms:created>
  <dcterms:modified xsi:type="dcterms:W3CDTF">2025-12-03T07:08:32Z</dcterms:modified>
</cp:coreProperties>
</file>